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Skills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Custom Skills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社内勉強会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2026.03.07 / 1.5h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658368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07592"/>
            <a:ext cx="420624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243584"/>
            <a:ext cx="548640" cy="548640"/>
          </a:xfrm>
          <a:prstGeom prst="ellipse">
            <a:avLst/>
          </a:prstGeom>
          <a:solidFill>
            <a:srgbClr val="0EA5E9">
              <a:alpha val="8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11887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イントロダクション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754880" y="11887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&amp; Agent Skills 概要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98080" y="11887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938528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938528"/>
            <a:ext cx="73152" cy="658368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420624" cy="42062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8368" y="1993392"/>
            <a:ext cx="548640" cy="548640"/>
          </a:xfrm>
          <a:prstGeom prst="ellipse">
            <a:avLst/>
          </a:prstGeom>
          <a:solidFill>
            <a:srgbClr val="06B6D4">
              <a:alpha val="8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1371600" y="193852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Skillの構造を理解する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54880" y="19385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ディレクトリ構成・SKILL.md・トリガー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498080" y="193852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57200" y="2688336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2688336"/>
            <a:ext cx="73152" cy="65836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07208"/>
            <a:ext cx="420624" cy="42062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58368" y="2743200"/>
            <a:ext cx="548640" cy="548640"/>
          </a:xfrm>
          <a:prstGeom prst="ellipse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1371600" y="268833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create-skill 深掘り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754880" y="268833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スキル作成の実践・事例紹介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498080" y="2688336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57200" y="3438144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57200" y="3438144"/>
            <a:ext cx="73152" cy="65836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57016"/>
            <a:ext cx="420624" cy="420624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658368" y="3493008"/>
            <a:ext cx="548640" cy="548640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1371600" y="343814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高度な使い方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4754880" y="343814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マルチスキル・Agent連携・eval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7498080" y="3438144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457200" y="4187952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57200" y="4187952"/>
            <a:ext cx="73152" cy="65836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306824"/>
            <a:ext cx="420624" cy="420624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658368" y="4242816"/>
            <a:ext cx="548640" cy="548640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1371600" y="418795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 &amp; Q&amp;A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4754880" y="418795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はじめの一歩・参考リソース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7498080" y="4187952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イントロダクション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&amp; Agent Skills 概要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とは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Anthropic公式のCLIツール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ターミナルで動作するAIエージェント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コードベースを理解して作業を支援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ファイル読み書き・コマンド実行・Git操作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(Model Context Protocol) 対応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拡張可能: Commands / Skills / Hooks / Agents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拡張の仕組み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9200" y="1920240"/>
            <a:ext cx="347472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9"/>
          <p:cNvSpPr/>
          <p:nvPr/>
        </p:nvSpPr>
        <p:spPr>
          <a:xfrm>
            <a:off x="5212080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92240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/command でスラッシュコマンド実行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0" y="2514600"/>
            <a:ext cx="347472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2"/>
          <p:cNvSpPr/>
          <p:nvPr/>
        </p:nvSpPr>
        <p:spPr>
          <a:xfrm>
            <a:off x="5212080" y="2514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2514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知識ベースでClaudeの能力を拡張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0" y="3108960"/>
            <a:ext cx="347472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5"/>
          <p:cNvSpPr/>
          <p:nvPr/>
        </p:nvSpPr>
        <p:spPr>
          <a:xfrm>
            <a:off x="5212080" y="3108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92240" y="3108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専門サブエージェントを定義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0" y="3703320"/>
            <a:ext cx="347472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8"/>
          <p:cNvSpPr/>
          <p:nvPr/>
        </p:nvSpPr>
        <p:spPr>
          <a:xfrm>
            <a:off x="5212080" y="3703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ツール実行前後にフック処理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Skills とは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1188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Claudeに「専門知識」を教える仕組み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特定のタスクに対して、ベストプラクティス・手順・テンプレートをMarkdownで記述し、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必要なときに自動的にClaudeのコンテキストに読み込まれる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7432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9260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3474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自動トリガー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57200" y="3886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ユーザーの発言に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マッチすると自動で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スキルが発動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91840" y="27432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9260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91840" y="3474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Markdown記述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291840" y="3886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SKILL.mdに知識を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記述するだけで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簡単に作成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126480" y="27432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9260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26480" y="3474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拡張性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26480" y="3886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references/scripts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で外部リソースも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活用可能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なぜ Skills が必要か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Skillなし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173736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毎回同じプロンプトを手打ち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ベストプラクティスを忘れる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チーム内でノウハウが共有されない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品質がバラバラ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コンテキストの無駄遣い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Skillあり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0" y="173736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キーワードで自動発動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常にベストプラクティスに従う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チームでスキルを共有・再利用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一貫した高品質アウトプット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必要な時だけ知識をロード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/ Commands / Agents / Hooks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737360"/>
                <a:gridCol w="173736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A5E9"/>
                          </a:solidFill>
                        </a:rPr>
                        <a:t>Skills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</a:rPr>
                        <a:t>Commands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5CF6"/>
                          </a:solidFill>
                        </a:rPr>
                        <a:t>Agents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Hooks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発動方法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自動 (トリガー)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/command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自動 / 手動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イベント駆動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主な用途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知識・手順の注入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定型プロンプト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専門サブエージェント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前後処理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ファイル形式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SKILL.md + dir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.md (frontmatter)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.md (frontmatter)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hooks.json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実行環境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メインコンテキスト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メインコンテキスト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サブプロセス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シェル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ユースケース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PPTX作成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SVG生成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/commit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/review-pr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コードレビュー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テスト実行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lint実行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自動フォーマット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" name="Text 2"/>
          <p:cNvSpPr/>
          <p:nvPr/>
        </p:nvSpPr>
        <p:spPr>
          <a:xfrm>
            <a:off x="73152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今日のメイン: Skills (知識ベースでClaudeの能力を拡張する仕組み)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の構造を理解する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ディレクトリ構成 / SKILL.md / トリガー条件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ディレクトリ構成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最小構成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skill-name/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SKILL.md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3776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フル構成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37760" y="16002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skill-name/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references/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examples/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scripts/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Plugin構造 (複数スキルをまとめる場合)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70332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my-plugin/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.claude-plugin/plugin.json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commands/             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agents/               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skills/skill-a/SKILL.md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skills/skill-b/SKILL.md       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0" y="36118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スキルの定義ファイル(必須)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references/ 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参照ドキュメント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 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コード例・テンプレート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 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ヘルパースクリプト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SKILL.md のフォーマット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502920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SVG Generator Skill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skill should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 used when the user asks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 SVG", "generate icon",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 "draw a diagram".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SVG Generation Guide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Best Practices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 viewBox for responsive sizing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Keep paths simple and clean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...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60720" y="1051560"/>
            <a:ext cx="29260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0" y="105156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Frontmatter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1307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メタデータ定義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103120"/>
            <a:ext cx="29260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2103120"/>
            <a:ext cx="54864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23591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スキルの識別名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2468880"/>
            <a:ext cx="29260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60720" y="246888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0" y="2724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トリガー条件(最重要!)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60720" y="3200400"/>
            <a:ext cx="29260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760720" y="3200400"/>
            <a:ext cx="54864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0" y="3456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バージョン管理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760720" y="3749040"/>
            <a:ext cx="29260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760720" y="3749040"/>
            <a:ext cx="54864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Body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0" y="40050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知識・手順を記述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 とトリガー条件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005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はスキルの「発動条件」を決める最も重要なフィールド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828800"/>
            <a:ext cx="393192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828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Good: 具体的なトリガーフレーズ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3774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skill should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 used when the user asks to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 a hook",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"add a PreToolUse hook",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"validate tool use",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 mentions hook events.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82880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828800"/>
            <a:ext cx="393192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1828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Bad: 曖昧な説明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3774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skill for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helping with hooks.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具体的なフレーズがない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いつ発動すべきか不明確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三人称で書かれていない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4572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Tips: 三人称で書く ("This skill should be used when...") + 具体的なフレーズを "" で囲む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/ examples / scripts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051560"/>
            <a:ext cx="73152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051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references/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スキルが参照する追加ドキュメント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API仕様書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コーディング規約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アーキテクチャ図の説明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0" y="1234440"/>
            <a:ext cx="3931920" cy="7772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1234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SKILL.md内で Read [references/api.md](references/api.md) のように参照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37744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examples/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52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コード例やテンプレートファイル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2926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サンプルコード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設定ファイルのテンプレート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出力例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0" y="2560320"/>
            <a:ext cx="3931920" cy="7772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0" y="2560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Claudeが生成時の手本として利用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7033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703320"/>
            <a:ext cx="73152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3152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スキルが使うヘルパースクリプト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31520" y="42519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変換ツール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バリデーション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ビルドスクリプト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0" y="3886200"/>
            <a:ext cx="3931920" cy="7772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8862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SKILL.md内で Bash 実行を指示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6400800" cy="64008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create-skill 深掘り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スキル作成の実践 &amp; 事例紹介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/skill-creator の使い方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97280" y="123444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スキルの目的を伝える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「SVGアイコンを生成するスキルを作りたい」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のように自然言語で説明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06040" y="10972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23444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8"/>
          <p:cNvSpPr/>
          <p:nvPr/>
        </p:nvSpPr>
        <p:spPr>
          <a:xfrm>
            <a:off x="324612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69748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対話で詳細を詰める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97480" y="23774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トリガー条件、必要な知識、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出力形式などを対話的に決定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0972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94960" y="123444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3"/>
          <p:cNvSpPr/>
          <p:nvPr/>
        </p:nvSpPr>
        <p:spPr>
          <a:xfrm>
            <a:off x="53949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84632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自動生成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46320" y="23774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 + body 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自動的に生成される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903720" y="10972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543800" y="12344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754380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99516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 &amp; 改善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995160" y="23774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で精度を測定し、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を調整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3152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/skill-creator  "SVGアイコンを生成するスキルを作って"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スキル作成の実践フロー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1207008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1051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ユースケースを明確にする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0" y="10515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誰が使うのか？  /  どんな時に発動すべき？  /  期待するアウトプットは？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167128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7160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ディレクトリを作成する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57600" y="20116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 -p skills/my-skill/{references,examples,scripts}  /  touch skills/my-skill/SKILL.md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3127248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7160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を書く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657600" y="2971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frontmatter: name, description(トリガー), version  /  body: 手順を命令形で1500-2000語  /  参考ファイルは @file で参照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0080" y="4087368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087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371600" y="3931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 &amp; イテレーション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657600" y="3931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実際に発話してトリガーを確認  /  意図しない発動がないかチェック  /  eval で定量的に改善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4572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は命令形で書く: 「XXXしてください」ではなく「XXXする」/ プログレッシブ・ディスクロージャーを意識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事例: SVG生成スキル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502920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svg-generator/SKILL.md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SVG Generator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skill should be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used when the user asks to "create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SVG", "generate an icon", "draw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diagram in SVG", or "make vector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graphics".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SVG Generation Guide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Core Principles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Always use viewBox attribute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Prefer path over basic shapes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 currentColor for theming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Optimize with SVGO rules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60720" y="1005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使い方の流れ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0720" y="1463040"/>
            <a:ext cx="2926080" cy="65836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" name="Text 6"/>
          <p:cNvSpPr/>
          <p:nvPr/>
        </p:nvSpPr>
        <p:spPr>
          <a:xfrm>
            <a:off x="5852160" y="146304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75120" y="14630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「ホームアイコンの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SVGを作って」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240280"/>
            <a:ext cx="2926080" cy="65836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Text 9"/>
          <p:cNvSpPr/>
          <p:nvPr/>
        </p:nvSpPr>
        <p:spPr>
          <a:xfrm>
            <a:off x="5852160" y="224028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75120" y="22402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がマッチ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スキルを自動ロード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3017520"/>
            <a:ext cx="2926080" cy="65836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5" name="Text 12"/>
          <p:cNvSpPr/>
          <p:nvPr/>
        </p:nvSpPr>
        <p:spPr>
          <a:xfrm>
            <a:off x="5852160" y="301752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スキル発動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675120" y="30175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SKILL.mdの知識に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従ってSVGを生成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3794760"/>
            <a:ext cx="2926080" cy="658368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18" name="Text 15"/>
          <p:cNvSpPr/>
          <p:nvPr/>
        </p:nvSpPr>
        <p:spPr>
          <a:xfrm>
            <a:off x="5852160" y="379476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75120" y="37947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最適化されたSVG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コードを出力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良いスキルの設計パターン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005840"/>
            <a:ext cx="73152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005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具体的なトリガーフレーズ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ユーザーが実際に言いそうな言葉を " " で囲む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0" y="100584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Good: "create a hook", "add PreToolUse hook"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00400" y="144475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Bad:  "help with hooks"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011680"/>
            <a:ext cx="73152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プログレッシブ・ディスクロージャー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1500-2000語を目安にbodyを書く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00400" y="201168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Good: SKILL.md は概要、詳細は references/ に分離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200400" y="245059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Bad:  1つのファイルに全知識を詰め込む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3017520"/>
            <a:ext cx="73152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命令形で書く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3152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Claudeへの指示は簡潔な命令形が効果的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200400" y="301752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Good: viewBox属性を必ず設定する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200400" y="345643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Bad:  viewBox属性を設定してください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4023360"/>
            <a:ext cx="73152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スコープを絞る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1520" y="4389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大きすぎるスキルは分割する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200400" y="402336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Good: 1スキル = 1つの明確な役割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200400" y="446227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Bad:  あれもこれもできる万能スキル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914400"/>
            <a:ext cx="4572000" cy="457200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高度な使い方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マルチスキル / Agent連携 / eval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マルチスキル構成 (Plugin)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41148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.claude-plugin/plugin.json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"document-skills",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"version":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"1.0.0",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"Collection of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 creation skills",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"skills":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["pptx", "pdf",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"xlsx", "docx"]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マルチスキルのメリット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846320" y="146304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463040"/>
            <a:ext cx="54864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7"/>
          <p:cNvSpPr/>
          <p:nvPr/>
        </p:nvSpPr>
        <p:spPr>
          <a:xfrm>
            <a:off x="507492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関連スキルをまとめて管理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74920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インストール・更新が一括で可能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214884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2148840"/>
            <a:ext cx="54864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1"/>
          <p:cNvSpPr/>
          <p:nvPr/>
        </p:nvSpPr>
        <p:spPr>
          <a:xfrm>
            <a:off x="507492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共有リソースの再利用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74920" y="2441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 や references/ をスキル間で共有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46320" y="283464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46320" y="2834640"/>
            <a:ext cx="54864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5"/>
          <p:cNvSpPr/>
          <p:nvPr/>
        </p:nvSpPr>
        <p:spPr>
          <a:xfrm>
            <a:off x="507492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&amp; agents も同梱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74920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スラッシュコマンドやエージェントも一緒に配布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46320" y="352044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46320" y="3520440"/>
            <a:ext cx="54864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507492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チーム全体で標準化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074920" y="3813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組織のベストプラクティスをパッケージ化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4023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実例: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Anthropic公式の </a:t>
            </a:r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document-skills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プラグインには pptx, pdf, xlsx, docx など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複数のドキュメント作成スキルがまとまっている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との連携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41148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agents/code-reviewer.md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code-quality-reviewer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this agent when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 user has written code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needs quality review.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inherit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["Read", "Grep"]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an expert code reviewer...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と Agent の使い分け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846320" y="146304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463040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7"/>
          <p:cNvSpPr/>
          <p:nvPr/>
        </p:nvSpPr>
        <p:spPr>
          <a:xfrm>
            <a:off x="507492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74920" y="1828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メインコンテキストに知識を注入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Claudeの振る舞いをガイド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コンテキスト共有あり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46320" y="301752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3017520"/>
            <a:ext cx="54864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1"/>
          <p:cNvSpPr/>
          <p:nvPr/>
        </p:nvSpPr>
        <p:spPr>
          <a:xfrm>
            <a:off x="507492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74920" y="33832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独立したサブプロセスで実行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専門タスクを自律的に遂行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ツールアクセスを制限可能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 でスキルを改善する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005840"/>
            <a:ext cx="73152" cy="10972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とは？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417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スキルのトリガー精度を定量的に測定する仕組み。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「発動すべき時に発動するか」「誤発動しないか」を自動テスト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377440"/>
            <a:ext cx="192024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560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テストケース作成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017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発動すべき入力と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発動すべきでない入力を用意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3108960"/>
            <a:ext cx="228600" cy="228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606040" y="23774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606040" y="2377440"/>
            <a:ext cx="19202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1"/>
          <p:cNvSpPr/>
          <p:nvPr/>
        </p:nvSpPr>
        <p:spPr>
          <a:xfrm>
            <a:off x="2697480" y="2560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実行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97480" y="3017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自動でテストケースを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実行し結果を集計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3108960"/>
            <a:ext cx="228600" cy="2286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754880" y="23774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54880" y="2377440"/>
            <a:ext cx="19202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5"/>
          <p:cNvSpPr/>
          <p:nvPr/>
        </p:nvSpPr>
        <p:spPr>
          <a:xfrm>
            <a:off x="4846320" y="2560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結果分析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846320" y="3017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正解率・誤発動率を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</a:t>
            </a:r>
            <a:endParaRPr lang="en-US" sz="1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108960"/>
            <a:ext cx="228600" cy="2286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03720" y="23774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903720" y="237744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19"/>
          <p:cNvSpPr/>
          <p:nvPr/>
        </p:nvSpPr>
        <p:spPr>
          <a:xfrm>
            <a:off x="6995160" y="2560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改善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995160" y="3017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結果に基づいて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トリガーフレーズを調整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8" name="Text 22"/>
          <p:cNvSpPr/>
          <p:nvPr/>
        </p:nvSpPr>
        <p:spPr>
          <a:xfrm>
            <a:off x="731520" y="4663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/skill-creator にはevalの仕組みが組み込まれている - 作成時に自動でベンチマークが実行可能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7315200" cy="731520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まとめ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はじめの一歩 &amp; Q&amp;A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はじめの一歩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3"/>
          <p:cNvSpPr/>
          <p:nvPr/>
        </p:nvSpPr>
        <p:spPr>
          <a:xfrm>
            <a:off x="1371600" y="137160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864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まずは触ってみる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6517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Codeをインストール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/skill-creator を実行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簡単なスキルを1つ作る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09728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9"/>
          <p:cNvSpPr/>
          <p:nvPr/>
        </p:nvSpPr>
        <p:spPr>
          <a:xfrm>
            <a:off x="4206240" y="137160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Text 10"/>
          <p:cNvSpPr/>
          <p:nvPr/>
        </p:nvSpPr>
        <p:spPr>
          <a:xfrm>
            <a:off x="42062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38328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身近な課題をスキル化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566160" y="26517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繰り返しているプロンプトは？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チームの規約・ルールは？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定型作業を自動化できないか？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26480" y="109728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5"/>
          <p:cNvSpPr/>
          <p:nvPr/>
        </p:nvSpPr>
        <p:spPr>
          <a:xfrm>
            <a:off x="7040880" y="137160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21792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チームで共有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00800" y="26517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として配布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 &amp; 改善サイクル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で品質を担保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小さく始めて、使いながら育てていくのが成功の秘訣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914400"/>
            <a:ext cx="3657600" cy="3657600"/>
          </a:xfrm>
          <a:prstGeom prst="ellipse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ご質問・ご意見をお待ちしています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743200" y="3657600"/>
            <a:ext cx="36576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Skills - Claude Code Custom Skills</dc:title>
  <dc:subject>PptxGenJS Presentation</dc:subject>
  <dc:creator>Agent Skills Study Group</dc:creator>
  <cp:lastModifiedBy>Agent Skills Study Group</cp:lastModifiedBy>
  <cp:revision>1</cp:revision>
  <dcterms:created xsi:type="dcterms:W3CDTF">2026-03-07T02:12:20Z</dcterms:created>
  <dcterms:modified xsi:type="dcterms:W3CDTF">2026-03-07T02:12:20Z</dcterms:modified>
</cp:coreProperties>
</file>