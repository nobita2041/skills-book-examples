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</p:sldIdLst>
  <p:sldSz cx="10691813" cy="7559675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F7"/>
    <a:srgbClr val="FFF8E5"/>
    <a:srgbClr val="385AA4"/>
    <a:srgbClr val="00A1DA"/>
    <a:srgbClr val="FFFA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3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67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6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768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スライド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図プレースホルダー 13"/>
          <p:cNvSpPr>
            <a:spLocks noGrp="1"/>
          </p:cNvSpPr>
          <p:nvPr>
            <p:ph type="pic" sz="quarter" idx="10" hasCustomPrompt="1"/>
          </p:nvPr>
        </p:nvSpPr>
        <p:spPr>
          <a:xfrm>
            <a:off x="6699003" y="1050443"/>
            <a:ext cx="2658600" cy="5478176"/>
          </a:xfrm>
          <a:custGeom>
            <a:avLst/>
            <a:gdLst>
              <a:gd name="connsiteX0" fmla="*/ 1329300 w 2658600"/>
              <a:gd name="connsiteY0" fmla="*/ 0 h 5432852"/>
              <a:gd name="connsiteX1" fmla="*/ 2658600 w 2658600"/>
              <a:gd name="connsiteY1" fmla="*/ 1329300 h 5432852"/>
              <a:gd name="connsiteX2" fmla="*/ 1846723 w 2658600"/>
              <a:gd name="connsiteY2" fmla="*/ 2554137 h 5432852"/>
              <a:gd name="connsiteX3" fmla="*/ 1841747 w 2658600"/>
              <a:gd name="connsiteY3" fmla="*/ 2555682 h 5432852"/>
              <a:gd name="connsiteX4" fmla="*/ 1841747 w 2658600"/>
              <a:gd name="connsiteY4" fmla="*/ 5432852 h 5432852"/>
              <a:gd name="connsiteX5" fmla="*/ 781297 w 2658600"/>
              <a:gd name="connsiteY5" fmla="*/ 5432852 h 5432852"/>
              <a:gd name="connsiteX6" fmla="*/ 781297 w 2658600"/>
              <a:gd name="connsiteY6" fmla="*/ 2537539 h 5432852"/>
              <a:gd name="connsiteX7" fmla="*/ 586076 w 2658600"/>
              <a:gd name="connsiteY7" fmla="*/ 2431577 h 5432852"/>
              <a:gd name="connsiteX8" fmla="*/ 0 w 2658600"/>
              <a:gd name="connsiteY8" fmla="*/ 1329300 h 5432852"/>
              <a:gd name="connsiteX9" fmla="*/ 1329300 w 2658600"/>
              <a:gd name="connsiteY9" fmla="*/ 0 h 5432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58600" h="5432852">
                <a:moveTo>
                  <a:pt x="1329300" y="0"/>
                </a:moveTo>
                <a:cubicBezTo>
                  <a:pt x="2063452" y="0"/>
                  <a:pt x="2658600" y="595148"/>
                  <a:pt x="2658600" y="1329300"/>
                </a:cubicBezTo>
                <a:cubicBezTo>
                  <a:pt x="2658600" y="1879914"/>
                  <a:pt x="2323829" y="2352338"/>
                  <a:pt x="1846723" y="2554137"/>
                </a:cubicBezTo>
                <a:lnTo>
                  <a:pt x="1841747" y="2555682"/>
                </a:lnTo>
                <a:lnTo>
                  <a:pt x="1841747" y="5432852"/>
                </a:lnTo>
                <a:lnTo>
                  <a:pt x="781297" y="5432852"/>
                </a:lnTo>
                <a:lnTo>
                  <a:pt x="781297" y="2537539"/>
                </a:lnTo>
                <a:lnTo>
                  <a:pt x="586076" y="2431577"/>
                </a:lnTo>
                <a:cubicBezTo>
                  <a:pt x="232479" y="2192692"/>
                  <a:pt x="0" y="1788145"/>
                  <a:pt x="0" y="1329300"/>
                </a:cubicBezTo>
                <a:cubicBezTo>
                  <a:pt x="0" y="595148"/>
                  <a:pt x="595148" y="0"/>
                  <a:pt x="1329300" y="0"/>
                </a:cubicBez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ctr"/>
          </a:blipFill>
        </p:spPr>
        <p:txBody>
          <a:bodyPr wrap="square" bIns="720000" anchor="ctr" anchorCtr="1">
            <a:noAutofit/>
          </a:bodyPr>
          <a:lstStyle>
            <a:lvl1pPr marL="0" indent="0">
              <a:buNone/>
              <a:defRPr sz="10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写真を追加する</a:t>
            </a:r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3" hasCustomPrompt="1"/>
          </p:nvPr>
        </p:nvSpPr>
        <p:spPr>
          <a:xfrm>
            <a:off x="1347788" y="3390265"/>
            <a:ext cx="2820987" cy="308947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385AA4"/>
                </a:solidFill>
              </a:defRPr>
            </a:lvl1pPr>
            <a:lvl2pPr marL="503971" indent="0" algn="ctr">
              <a:buNone/>
              <a:defRPr sz="1400">
                <a:solidFill>
                  <a:srgbClr val="385AA4"/>
                </a:solidFill>
              </a:defRPr>
            </a:lvl2pPr>
            <a:lvl3pPr marL="1007943" indent="0" algn="ctr">
              <a:buNone/>
              <a:defRPr sz="1400">
                <a:solidFill>
                  <a:srgbClr val="385AA4"/>
                </a:solidFill>
              </a:defRPr>
            </a:lvl3pPr>
            <a:lvl4pPr marL="1511914" indent="0" algn="ctr">
              <a:buNone/>
              <a:defRPr sz="1400">
                <a:solidFill>
                  <a:srgbClr val="385AA4"/>
                </a:solidFill>
              </a:defRPr>
            </a:lvl4pPr>
            <a:lvl5pPr marL="2015886" indent="0" algn="ctr">
              <a:buNone/>
              <a:defRPr sz="1400">
                <a:solidFill>
                  <a:srgbClr val="385AA4"/>
                </a:solidFill>
              </a:defRPr>
            </a:lvl5pPr>
          </a:lstStyle>
          <a:p>
            <a:pPr lvl="0"/>
            <a:r>
              <a:rPr kumimoji="1" lang="en-US" altLang="ja-JP" dirty="0"/>
              <a:t>www.xxxxxxxxx.jp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25625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スライド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図プレースホルダー 14"/>
          <p:cNvSpPr>
            <a:spLocks noGrp="1"/>
          </p:cNvSpPr>
          <p:nvPr>
            <p:ph type="pic" sz="quarter" idx="10" hasCustomPrompt="1"/>
          </p:nvPr>
        </p:nvSpPr>
        <p:spPr>
          <a:xfrm>
            <a:off x="252956" y="2193653"/>
            <a:ext cx="1080149" cy="1276539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90000" sy="90000" flip="none" algn="ctr"/>
          </a:blipFill>
        </p:spPr>
        <p:txBody>
          <a:bodyPr bIns="720000" anchor="ctr" anchorCtr="1">
            <a:normAutofit/>
          </a:bodyPr>
          <a:lstStyle>
            <a:lvl1pPr marL="0" indent="0">
              <a:buNone/>
              <a:defRPr sz="10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写真を追加する</a:t>
            </a:r>
          </a:p>
        </p:txBody>
      </p:sp>
      <p:sp>
        <p:nvSpPr>
          <p:cNvPr id="18" name="テキスト プレースホルダー 2"/>
          <p:cNvSpPr>
            <a:spLocks noGrp="1"/>
          </p:cNvSpPr>
          <p:nvPr>
            <p:ph type="body" sz="quarter" idx="11" hasCustomPrompt="1"/>
          </p:nvPr>
        </p:nvSpPr>
        <p:spPr>
          <a:xfrm>
            <a:off x="1435116" y="2295705"/>
            <a:ext cx="1778783" cy="229981"/>
          </a:xfrm>
        </p:spPr>
        <p:txBody>
          <a:bodyPr>
            <a:noAutofit/>
          </a:bodyPr>
          <a:lstStyle>
            <a:lvl1pPr marL="0" indent="0" algn="l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代表取締役氏名</a:t>
            </a:r>
          </a:p>
        </p:txBody>
      </p:sp>
      <p:sp>
        <p:nvSpPr>
          <p:cNvPr id="19" name="テキスト プレースホルダー 2"/>
          <p:cNvSpPr>
            <a:spLocks noGrp="1"/>
          </p:cNvSpPr>
          <p:nvPr>
            <p:ph type="body" sz="quarter" idx="12" hasCustomPrompt="1"/>
          </p:nvPr>
        </p:nvSpPr>
        <p:spPr>
          <a:xfrm>
            <a:off x="1444052" y="2583620"/>
            <a:ext cx="3710992" cy="886903"/>
          </a:xfrm>
        </p:spPr>
        <p:txBody>
          <a:bodyPr>
            <a:noAutofit/>
          </a:bodyPr>
          <a:lstStyle>
            <a:lvl1pPr marL="0" indent="0" algn="l">
              <a:buNone/>
              <a:defRPr sz="8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ごあいさつ、メッセージを入れましょう</a:t>
            </a:r>
          </a:p>
        </p:txBody>
      </p:sp>
      <p:sp>
        <p:nvSpPr>
          <p:cNvPr id="23" name="テキスト プレースホルダー 2"/>
          <p:cNvSpPr>
            <a:spLocks noGrp="1"/>
          </p:cNvSpPr>
          <p:nvPr>
            <p:ph type="body" sz="quarter" idx="15" hasCustomPrompt="1"/>
          </p:nvPr>
        </p:nvSpPr>
        <p:spPr>
          <a:xfrm>
            <a:off x="252956" y="833164"/>
            <a:ext cx="4902088" cy="542716"/>
          </a:xfrm>
        </p:spPr>
        <p:txBody>
          <a:bodyPr>
            <a:noAutofit/>
          </a:bodyPr>
          <a:lstStyle>
            <a:lvl1pPr marL="0" indent="0" algn="l">
              <a:buNone/>
              <a:defRPr sz="1800" b="1">
                <a:solidFill>
                  <a:schemeClr val="accent4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私達は、○○○○○○○○○○○会社です</a:t>
            </a:r>
          </a:p>
        </p:txBody>
      </p:sp>
      <p:sp>
        <p:nvSpPr>
          <p:cNvPr id="38" name="図プレースホルダー 32"/>
          <p:cNvSpPr>
            <a:spLocks noGrp="1"/>
          </p:cNvSpPr>
          <p:nvPr>
            <p:ph type="pic" sz="quarter" idx="22" hasCustomPrompt="1"/>
          </p:nvPr>
        </p:nvSpPr>
        <p:spPr>
          <a:xfrm>
            <a:off x="5569967" y="1990152"/>
            <a:ext cx="2276175" cy="1359139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ctr"/>
          </a:blipFill>
        </p:spPr>
        <p:txBody>
          <a:bodyPr bIns="720000" anchor="ctr" anchorCtr="1">
            <a:normAutofit/>
          </a:bodyPr>
          <a:lstStyle>
            <a:lvl1pPr marL="0" indent="0">
              <a:buNone/>
              <a:defRPr sz="10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写真を追加する</a:t>
            </a:r>
          </a:p>
        </p:txBody>
      </p:sp>
      <p:sp>
        <p:nvSpPr>
          <p:cNvPr id="41" name="テキスト プレースホルダー 2"/>
          <p:cNvSpPr>
            <a:spLocks noGrp="1"/>
          </p:cNvSpPr>
          <p:nvPr>
            <p:ph type="body" sz="quarter" idx="29" hasCustomPrompt="1"/>
          </p:nvPr>
        </p:nvSpPr>
        <p:spPr>
          <a:xfrm>
            <a:off x="5569968" y="3433200"/>
            <a:ext cx="2276175" cy="768373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テキストを入れましょう。テキストを入れましょう。</a:t>
            </a:r>
            <a:endParaRPr kumimoji="1" lang="en-US" altLang="ja-JP" dirty="0"/>
          </a:p>
        </p:txBody>
      </p:sp>
      <p:sp>
        <p:nvSpPr>
          <p:cNvPr id="49" name="テキスト プレースホルダー 2"/>
          <p:cNvSpPr>
            <a:spLocks noGrp="1"/>
          </p:cNvSpPr>
          <p:nvPr>
            <p:ph type="body" sz="quarter" idx="30" hasCustomPrompt="1"/>
          </p:nvPr>
        </p:nvSpPr>
        <p:spPr>
          <a:xfrm>
            <a:off x="5569968" y="1683779"/>
            <a:ext cx="2276175" cy="23233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100" b="1">
                <a:solidFill>
                  <a:srgbClr val="385AA4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</a:t>
            </a:r>
            <a:endParaRPr kumimoji="1" lang="en-US" altLang="ja-JP" dirty="0"/>
          </a:p>
        </p:txBody>
      </p:sp>
      <p:sp>
        <p:nvSpPr>
          <p:cNvPr id="20" name="テキスト プレースホルダー 2"/>
          <p:cNvSpPr>
            <a:spLocks noGrp="1"/>
          </p:cNvSpPr>
          <p:nvPr>
            <p:ph type="body" sz="quarter" idx="38" hasCustomPrompt="1"/>
          </p:nvPr>
        </p:nvSpPr>
        <p:spPr>
          <a:xfrm>
            <a:off x="252956" y="1470695"/>
            <a:ext cx="4902088" cy="504410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テキストを入れましょう。テキストを入れましょう。</a:t>
            </a:r>
            <a:endParaRPr kumimoji="1" lang="en-US" altLang="ja-JP" dirty="0"/>
          </a:p>
        </p:txBody>
      </p:sp>
      <p:sp>
        <p:nvSpPr>
          <p:cNvPr id="25" name="図プレースホルダー 32"/>
          <p:cNvSpPr>
            <a:spLocks noGrp="1"/>
          </p:cNvSpPr>
          <p:nvPr>
            <p:ph type="pic" sz="quarter" idx="39" hasCustomPrompt="1"/>
          </p:nvPr>
        </p:nvSpPr>
        <p:spPr>
          <a:xfrm>
            <a:off x="8179788" y="1990152"/>
            <a:ext cx="2276175" cy="1359139"/>
          </a:xfr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90000" sy="90000" flip="none" algn="ctr"/>
          </a:blipFill>
        </p:spPr>
        <p:txBody>
          <a:bodyPr bIns="720000" anchor="ctr" anchorCtr="1">
            <a:normAutofit/>
          </a:bodyPr>
          <a:lstStyle>
            <a:lvl1pPr marL="0" indent="0">
              <a:buNone/>
              <a:defRPr sz="10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写真を追加する</a:t>
            </a:r>
          </a:p>
        </p:txBody>
      </p:sp>
      <p:sp>
        <p:nvSpPr>
          <p:cNvPr id="26" name="テキスト プレースホルダー 2"/>
          <p:cNvSpPr>
            <a:spLocks noGrp="1"/>
          </p:cNvSpPr>
          <p:nvPr>
            <p:ph type="body" sz="quarter" idx="40" hasCustomPrompt="1"/>
          </p:nvPr>
        </p:nvSpPr>
        <p:spPr>
          <a:xfrm>
            <a:off x="8179789" y="3433200"/>
            <a:ext cx="2276175" cy="768373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テキストを入れましょう。テキストを入れましょう。</a:t>
            </a:r>
            <a:endParaRPr kumimoji="1" lang="en-US" altLang="ja-JP" dirty="0"/>
          </a:p>
        </p:txBody>
      </p:sp>
      <p:sp>
        <p:nvSpPr>
          <p:cNvPr id="27" name="テキスト プレースホルダー 2"/>
          <p:cNvSpPr>
            <a:spLocks noGrp="1"/>
          </p:cNvSpPr>
          <p:nvPr>
            <p:ph type="body" sz="quarter" idx="41" hasCustomPrompt="1"/>
          </p:nvPr>
        </p:nvSpPr>
        <p:spPr>
          <a:xfrm>
            <a:off x="8179789" y="1683779"/>
            <a:ext cx="2276175" cy="23233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100" b="1">
                <a:solidFill>
                  <a:srgbClr val="385AA4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</a:t>
            </a:r>
            <a:endParaRPr kumimoji="1" lang="en-US" altLang="ja-JP" dirty="0"/>
          </a:p>
        </p:txBody>
      </p:sp>
      <p:sp>
        <p:nvSpPr>
          <p:cNvPr id="28" name="図プレースホルダー 32"/>
          <p:cNvSpPr>
            <a:spLocks noGrp="1"/>
          </p:cNvSpPr>
          <p:nvPr>
            <p:ph type="pic" sz="quarter" idx="42" hasCustomPrompt="1"/>
          </p:nvPr>
        </p:nvSpPr>
        <p:spPr>
          <a:xfrm>
            <a:off x="5569967" y="4730154"/>
            <a:ext cx="2276175" cy="1359139"/>
          </a:xfr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ctr"/>
          </a:blipFill>
        </p:spPr>
        <p:txBody>
          <a:bodyPr bIns="720000" anchor="ctr" anchorCtr="1">
            <a:normAutofit/>
          </a:bodyPr>
          <a:lstStyle>
            <a:lvl1pPr marL="0" indent="0">
              <a:buNone/>
              <a:defRPr sz="10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写真を追加する</a:t>
            </a:r>
          </a:p>
        </p:txBody>
      </p:sp>
      <p:sp>
        <p:nvSpPr>
          <p:cNvPr id="29" name="テキスト プレースホルダー 2"/>
          <p:cNvSpPr>
            <a:spLocks noGrp="1"/>
          </p:cNvSpPr>
          <p:nvPr>
            <p:ph type="body" sz="quarter" idx="43" hasCustomPrompt="1"/>
          </p:nvPr>
        </p:nvSpPr>
        <p:spPr>
          <a:xfrm>
            <a:off x="5569968" y="6173202"/>
            <a:ext cx="2276175" cy="768373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テキストを入れましょう。テキストを入れましょう。</a:t>
            </a:r>
            <a:endParaRPr kumimoji="1" lang="en-US" altLang="ja-JP" dirty="0"/>
          </a:p>
        </p:txBody>
      </p:sp>
      <p:sp>
        <p:nvSpPr>
          <p:cNvPr id="30" name="テキスト プレースホルダー 2"/>
          <p:cNvSpPr>
            <a:spLocks noGrp="1"/>
          </p:cNvSpPr>
          <p:nvPr>
            <p:ph type="body" sz="quarter" idx="44" hasCustomPrompt="1"/>
          </p:nvPr>
        </p:nvSpPr>
        <p:spPr>
          <a:xfrm>
            <a:off x="5569968" y="4423781"/>
            <a:ext cx="2276175" cy="23233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100" b="1">
                <a:solidFill>
                  <a:srgbClr val="385AA4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</a:t>
            </a:r>
            <a:endParaRPr kumimoji="1" lang="en-US" altLang="ja-JP" dirty="0"/>
          </a:p>
        </p:txBody>
      </p:sp>
      <p:sp>
        <p:nvSpPr>
          <p:cNvPr id="31" name="図プレースホルダー 32"/>
          <p:cNvSpPr>
            <a:spLocks noGrp="1"/>
          </p:cNvSpPr>
          <p:nvPr>
            <p:ph type="pic" sz="quarter" idx="45" hasCustomPrompt="1"/>
          </p:nvPr>
        </p:nvSpPr>
        <p:spPr>
          <a:xfrm>
            <a:off x="8179788" y="4730154"/>
            <a:ext cx="2276175" cy="1359139"/>
          </a:xfr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ctr"/>
          </a:blipFill>
        </p:spPr>
        <p:txBody>
          <a:bodyPr bIns="720000" anchor="ctr" anchorCtr="1">
            <a:normAutofit/>
          </a:bodyPr>
          <a:lstStyle>
            <a:lvl1pPr marL="0" indent="0">
              <a:buNone/>
              <a:defRPr sz="10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写真を追加する</a:t>
            </a:r>
          </a:p>
        </p:txBody>
      </p:sp>
      <p:sp>
        <p:nvSpPr>
          <p:cNvPr id="32" name="テキスト プレースホルダー 2"/>
          <p:cNvSpPr>
            <a:spLocks noGrp="1"/>
          </p:cNvSpPr>
          <p:nvPr>
            <p:ph type="body" sz="quarter" idx="46" hasCustomPrompt="1"/>
          </p:nvPr>
        </p:nvSpPr>
        <p:spPr>
          <a:xfrm>
            <a:off x="8179789" y="6173202"/>
            <a:ext cx="2276175" cy="768373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テキストを入れましょう。テキストを入れましょう。</a:t>
            </a:r>
            <a:endParaRPr kumimoji="1" lang="en-US" altLang="ja-JP" dirty="0"/>
          </a:p>
        </p:txBody>
      </p:sp>
      <p:sp>
        <p:nvSpPr>
          <p:cNvPr id="33" name="テキスト プレースホルダー 2"/>
          <p:cNvSpPr>
            <a:spLocks noGrp="1"/>
          </p:cNvSpPr>
          <p:nvPr>
            <p:ph type="body" sz="quarter" idx="47" hasCustomPrompt="1"/>
          </p:nvPr>
        </p:nvSpPr>
        <p:spPr>
          <a:xfrm>
            <a:off x="8179789" y="4423781"/>
            <a:ext cx="2276175" cy="23233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100" b="1">
                <a:solidFill>
                  <a:srgbClr val="385AA4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</a:t>
            </a:r>
            <a:endParaRPr kumimoji="1" lang="en-US" altLang="ja-JP" dirty="0"/>
          </a:p>
        </p:txBody>
      </p:sp>
      <p:sp>
        <p:nvSpPr>
          <p:cNvPr id="34" name="テキスト プレースホルダー 2"/>
          <p:cNvSpPr>
            <a:spLocks noGrp="1"/>
          </p:cNvSpPr>
          <p:nvPr>
            <p:ph type="body" sz="quarter" idx="48" hasCustomPrompt="1"/>
          </p:nvPr>
        </p:nvSpPr>
        <p:spPr>
          <a:xfrm>
            <a:off x="5569967" y="1089396"/>
            <a:ext cx="4885997" cy="490159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テキストを入れましょう。テキストを入れましょう。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1695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スライド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テキスト プレースホルダー 17"/>
          <p:cNvSpPr>
            <a:spLocks noGrp="1"/>
          </p:cNvSpPr>
          <p:nvPr>
            <p:ph type="body" sz="quarter" idx="13" hasCustomPrompt="1"/>
          </p:nvPr>
        </p:nvSpPr>
        <p:spPr>
          <a:xfrm>
            <a:off x="869805" y="6923302"/>
            <a:ext cx="3324244" cy="23738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503971" indent="0" algn="ctr">
              <a:buNone/>
              <a:defRPr sz="1400">
                <a:solidFill>
                  <a:srgbClr val="385AA4"/>
                </a:solidFill>
              </a:defRPr>
            </a:lvl2pPr>
            <a:lvl3pPr marL="1007943" indent="0" algn="ctr">
              <a:buNone/>
              <a:defRPr sz="1400">
                <a:solidFill>
                  <a:srgbClr val="385AA4"/>
                </a:solidFill>
              </a:defRPr>
            </a:lvl3pPr>
            <a:lvl4pPr marL="1511914" indent="0" algn="ctr">
              <a:buNone/>
              <a:defRPr sz="1400">
                <a:solidFill>
                  <a:srgbClr val="385AA4"/>
                </a:solidFill>
              </a:defRPr>
            </a:lvl4pPr>
            <a:lvl5pPr marL="2015886" indent="0" algn="ctr">
              <a:buNone/>
              <a:defRPr sz="1400">
                <a:solidFill>
                  <a:srgbClr val="385AA4"/>
                </a:solidFill>
              </a:defRPr>
            </a:lvl5pPr>
          </a:lstStyle>
          <a:p>
            <a:pPr lvl="0"/>
            <a:r>
              <a:rPr kumimoji="1" lang="en-US" altLang="ja-JP" dirty="0"/>
              <a:t>www.xxxxxxxxx.jp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3119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スライド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図プレースホルダー 14"/>
          <p:cNvSpPr>
            <a:spLocks noGrp="1"/>
          </p:cNvSpPr>
          <p:nvPr>
            <p:ph type="pic" sz="quarter" idx="10" hasCustomPrompt="1"/>
          </p:nvPr>
        </p:nvSpPr>
        <p:spPr>
          <a:xfrm>
            <a:off x="4048217" y="2436568"/>
            <a:ext cx="1080149" cy="1276539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90000" sy="90000" flip="none" algn="ctr"/>
          </a:blipFill>
        </p:spPr>
        <p:txBody>
          <a:bodyPr bIns="720000" anchor="ctr" anchorCtr="1">
            <a:normAutofit/>
          </a:bodyPr>
          <a:lstStyle>
            <a:lvl1pPr marL="0" indent="0">
              <a:buNone/>
              <a:defRPr sz="10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写真を追加する</a:t>
            </a:r>
          </a:p>
        </p:txBody>
      </p:sp>
      <p:sp>
        <p:nvSpPr>
          <p:cNvPr id="18" name="テキスト プレースホルダー 2"/>
          <p:cNvSpPr>
            <a:spLocks noGrp="1"/>
          </p:cNvSpPr>
          <p:nvPr>
            <p:ph type="body" sz="quarter" idx="11" hasCustomPrompt="1"/>
          </p:nvPr>
        </p:nvSpPr>
        <p:spPr>
          <a:xfrm>
            <a:off x="4048217" y="3753477"/>
            <a:ext cx="1080332" cy="228515"/>
          </a:xfrm>
        </p:spPr>
        <p:txBody>
          <a:bodyPr>
            <a:noAutofit/>
          </a:bodyPr>
          <a:lstStyle>
            <a:lvl1pPr marL="0" indent="0" algn="l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代表取締役氏名</a:t>
            </a:r>
          </a:p>
        </p:txBody>
      </p:sp>
      <p:sp>
        <p:nvSpPr>
          <p:cNvPr id="19" name="テキスト プレースホルダー 2"/>
          <p:cNvSpPr>
            <a:spLocks noGrp="1"/>
          </p:cNvSpPr>
          <p:nvPr>
            <p:ph type="body" sz="quarter" idx="12" hasCustomPrompt="1"/>
          </p:nvPr>
        </p:nvSpPr>
        <p:spPr>
          <a:xfrm>
            <a:off x="266747" y="2773340"/>
            <a:ext cx="3641476" cy="1208651"/>
          </a:xfrm>
        </p:spPr>
        <p:txBody>
          <a:bodyPr>
            <a:noAutofit/>
          </a:bodyPr>
          <a:lstStyle>
            <a:lvl1pPr marL="0" indent="0" algn="l">
              <a:buNone/>
              <a:defRPr sz="80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ごあいさつ、メッセージを入れましょう</a:t>
            </a:r>
          </a:p>
        </p:txBody>
      </p:sp>
      <p:sp>
        <p:nvSpPr>
          <p:cNvPr id="23" name="テキスト プレースホルダー 2"/>
          <p:cNvSpPr>
            <a:spLocks noGrp="1"/>
          </p:cNvSpPr>
          <p:nvPr>
            <p:ph type="body" sz="quarter" idx="15" hasCustomPrompt="1"/>
          </p:nvPr>
        </p:nvSpPr>
        <p:spPr>
          <a:xfrm>
            <a:off x="288946" y="1691343"/>
            <a:ext cx="4885997" cy="295651"/>
          </a:xfrm>
        </p:spPr>
        <p:txBody>
          <a:bodyPr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私達は、○○○○○○会社です</a:t>
            </a:r>
          </a:p>
        </p:txBody>
      </p:sp>
      <p:sp>
        <p:nvSpPr>
          <p:cNvPr id="38" name="図プレースホルダー 32"/>
          <p:cNvSpPr>
            <a:spLocks noGrp="1"/>
          </p:cNvSpPr>
          <p:nvPr>
            <p:ph type="pic" sz="quarter" idx="22" hasCustomPrompt="1"/>
          </p:nvPr>
        </p:nvSpPr>
        <p:spPr>
          <a:xfrm>
            <a:off x="5574336" y="3040715"/>
            <a:ext cx="1178920" cy="1130807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ctr"/>
          </a:blipFill>
        </p:spPr>
        <p:txBody>
          <a:bodyPr bIns="720000" anchor="ctr" anchorCtr="1">
            <a:normAutofit/>
          </a:bodyPr>
          <a:lstStyle>
            <a:lvl1pPr marL="0" indent="0">
              <a:buNone/>
              <a:defRPr sz="10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写真を追加する</a:t>
            </a:r>
          </a:p>
        </p:txBody>
      </p:sp>
      <p:sp>
        <p:nvSpPr>
          <p:cNvPr id="41" name="テキスト プレースホルダー 2"/>
          <p:cNvSpPr>
            <a:spLocks noGrp="1"/>
          </p:cNvSpPr>
          <p:nvPr>
            <p:ph type="body" sz="quarter" idx="29" hasCustomPrompt="1"/>
          </p:nvPr>
        </p:nvSpPr>
        <p:spPr>
          <a:xfrm>
            <a:off x="6800438" y="3040715"/>
            <a:ext cx="1050073" cy="1130807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90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テキストを入れましょう。テキストを入れましょう。</a:t>
            </a:r>
            <a:endParaRPr kumimoji="1" lang="en-US" altLang="ja-JP" dirty="0"/>
          </a:p>
        </p:txBody>
      </p:sp>
      <p:sp>
        <p:nvSpPr>
          <p:cNvPr id="49" name="テキスト プレースホルダー 2"/>
          <p:cNvSpPr>
            <a:spLocks noGrp="1"/>
          </p:cNvSpPr>
          <p:nvPr>
            <p:ph type="body" sz="quarter" idx="30" hasCustomPrompt="1"/>
          </p:nvPr>
        </p:nvSpPr>
        <p:spPr>
          <a:xfrm>
            <a:off x="5574336" y="2766575"/>
            <a:ext cx="2276175" cy="23233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1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</a:t>
            </a:r>
            <a:endParaRPr kumimoji="1" lang="en-US" altLang="ja-JP" dirty="0"/>
          </a:p>
        </p:txBody>
      </p:sp>
      <p:sp>
        <p:nvSpPr>
          <p:cNvPr id="25" name="図プレースホルダー 32"/>
          <p:cNvSpPr>
            <a:spLocks noGrp="1"/>
          </p:cNvSpPr>
          <p:nvPr>
            <p:ph type="pic" sz="quarter" idx="39" hasCustomPrompt="1"/>
          </p:nvPr>
        </p:nvSpPr>
        <p:spPr>
          <a:xfrm>
            <a:off x="8184157" y="3040715"/>
            <a:ext cx="1178920" cy="1130807"/>
          </a:xfr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90000" sy="90000" flip="none" algn="ctr"/>
          </a:blipFill>
        </p:spPr>
        <p:txBody>
          <a:bodyPr bIns="720000" anchor="ctr" anchorCtr="1">
            <a:normAutofit/>
          </a:bodyPr>
          <a:lstStyle>
            <a:lvl1pPr marL="0" indent="0">
              <a:buNone/>
              <a:defRPr sz="10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写真を追加する</a:t>
            </a:r>
          </a:p>
        </p:txBody>
      </p:sp>
      <p:sp>
        <p:nvSpPr>
          <p:cNvPr id="26" name="テキスト プレースホルダー 2"/>
          <p:cNvSpPr>
            <a:spLocks noGrp="1"/>
          </p:cNvSpPr>
          <p:nvPr>
            <p:ph type="body" sz="quarter" idx="40" hasCustomPrompt="1"/>
          </p:nvPr>
        </p:nvSpPr>
        <p:spPr>
          <a:xfrm>
            <a:off x="9410259" y="3040715"/>
            <a:ext cx="1050073" cy="1130807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90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テキストを入れましょう。テキストを入れましょう。</a:t>
            </a:r>
            <a:endParaRPr kumimoji="1" lang="en-US" altLang="ja-JP" dirty="0"/>
          </a:p>
        </p:txBody>
      </p:sp>
      <p:sp>
        <p:nvSpPr>
          <p:cNvPr id="27" name="テキスト プレースホルダー 2"/>
          <p:cNvSpPr>
            <a:spLocks noGrp="1"/>
          </p:cNvSpPr>
          <p:nvPr>
            <p:ph type="body" sz="quarter" idx="41" hasCustomPrompt="1"/>
          </p:nvPr>
        </p:nvSpPr>
        <p:spPr>
          <a:xfrm>
            <a:off x="8184157" y="2766575"/>
            <a:ext cx="2276175" cy="23233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1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</a:t>
            </a:r>
            <a:endParaRPr kumimoji="1" lang="en-US" altLang="ja-JP" dirty="0"/>
          </a:p>
        </p:txBody>
      </p:sp>
      <p:sp>
        <p:nvSpPr>
          <p:cNvPr id="28" name="図プレースホルダー 32"/>
          <p:cNvSpPr>
            <a:spLocks noGrp="1"/>
          </p:cNvSpPr>
          <p:nvPr>
            <p:ph type="pic" sz="quarter" idx="42" hasCustomPrompt="1"/>
          </p:nvPr>
        </p:nvSpPr>
        <p:spPr>
          <a:xfrm>
            <a:off x="5574336" y="4571316"/>
            <a:ext cx="1178920" cy="1130807"/>
          </a:xfr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ctr"/>
          </a:blipFill>
        </p:spPr>
        <p:txBody>
          <a:bodyPr bIns="720000" anchor="ctr" anchorCtr="1">
            <a:normAutofit/>
          </a:bodyPr>
          <a:lstStyle>
            <a:lvl1pPr marL="0" indent="0">
              <a:buNone/>
              <a:defRPr sz="10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写真を追加する</a:t>
            </a:r>
          </a:p>
        </p:txBody>
      </p:sp>
      <p:sp>
        <p:nvSpPr>
          <p:cNvPr id="29" name="テキスト プレースホルダー 2"/>
          <p:cNvSpPr>
            <a:spLocks noGrp="1"/>
          </p:cNvSpPr>
          <p:nvPr>
            <p:ph type="body" sz="quarter" idx="43" hasCustomPrompt="1"/>
          </p:nvPr>
        </p:nvSpPr>
        <p:spPr>
          <a:xfrm>
            <a:off x="6800438" y="4571316"/>
            <a:ext cx="1050073" cy="1130807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90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テキストを入れましょう。テキストを入れましょう。</a:t>
            </a:r>
            <a:endParaRPr kumimoji="1" lang="en-US" altLang="ja-JP" dirty="0"/>
          </a:p>
        </p:txBody>
      </p:sp>
      <p:sp>
        <p:nvSpPr>
          <p:cNvPr id="30" name="テキスト プレースホルダー 2"/>
          <p:cNvSpPr>
            <a:spLocks noGrp="1"/>
          </p:cNvSpPr>
          <p:nvPr>
            <p:ph type="body" sz="quarter" idx="44" hasCustomPrompt="1"/>
          </p:nvPr>
        </p:nvSpPr>
        <p:spPr>
          <a:xfrm>
            <a:off x="5574336" y="4297176"/>
            <a:ext cx="2276175" cy="23233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1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</a:t>
            </a:r>
            <a:endParaRPr kumimoji="1" lang="en-US" altLang="ja-JP" dirty="0"/>
          </a:p>
        </p:txBody>
      </p:sp>
      <p:sp>
        <p:nvSpPr>
          <p:cNvPr id="31" name="図プレースホルダー 32"/>
          <p:cNvSpPr>
            <a:spLocks noGrp="1"/>
          </p:cNvSpPr>
          <p:nvPr>
            <p:ph type="pic" sz="quarter" idx="45" hasCustomPrompt="1"/>
          </p:nvPr>
        </p:nvSpPr>
        <p:spPr>
          <a:xfrm>
            <a:off x="8184157" y="4571316"/>
            <a:ext cx="1178920" cy="1130807"/>
          </a:xfr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ctr"/>
          </a:blipFill>
        </p:spPr>
        <p:txBody>
          <a:bodyPr bIns="720000" anchor="ctr" anchorCtr="1">
            <a:normAutofit/>
          </a:bodyPr>
          <a:lstStyle>
            <a:lvl1pPr marL="0" indent="0">
              <a:buNone/>
              <a:defRPr sz="10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写真を追加する</a:t>
            </a:r>
          </a:p>
        </p:txBody>
      </p:sp>
      <p:sp>
        <p:nvSpPr>
          <p:cNvPr id="32" name="テキスト プレースホルダー 2"/>
          <p:cNvSpPr>
            <a:spLocks noGrp="1"/>
          </p:cNvSpPr>
          <p:nvPr>
            <p:ph type="body" sz="quarter" idx="46" hasCustomPrompt="1"/>
          </p:nvPr>
        </p:nvSpPr>
        <p:spPr>
          <a:xfrm>
            <a:off x="9410259" y="4571316"/>
            <a:ext cx="1050073" cy="1130807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90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テキストを入れましょう。テキストを入れましょう。</a:t>
            </a:r>
            <a:endParaRPr kumimoji="1" lang="en-US" altLang="ja-JP" dirty="0"/>
          </a:p>
        </p:txBody>
      </p:sp>
      <p:sp>
        <p:nvSpPr>
          <p:cNvPr id="33" name="テキスト プレースホルダー 2"/>
          <p:cNvSpPr>
            <a:spLocks noGrp="1"/>
          </p:cNvSpPr>
          <p:nvPr>
            <p:ph type="body" sz="quarter" idx="47" hasCustomPrompt="1"/>
          </p:nvPr>
        </p:nvSpPr>
        <p:spPr>
          <a:xfrm>
            <a:off x="8184157" y="4297176"/>
            <a:ext cx="2276175" cy="23233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1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</a:t>
            </a:r>
            <a:endParaRPr kumimoji="1" lang="en-US" altLang="ja-JP" dirty="0"/>
          </a:p>
        </p:txBody>
      </p:sp>
      <p:sp>
        <p:nvSpPr>
          <p:cNvPr id="59" name="図プレースホルダー 11"/>
          <p:cNvSpPr>
            <a:spLocks noGrp="1"/>
          </p:cNvSpPr>
          <p:nvPr>
            <p:ph type="pic" sz="quarter" idx="49" hasCustomPrompt="1"/>
          </p:nvPr>
        </p:nvSpPr>
        <p:spPr>
          <a:xfrm>
            <a:off x="0" y="0"/>
            <a:ext cx="5350822" cy="1553935"/>
          </a:xfr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ctr"/>
          </a:blipFill>
        </p:spPr>
        <p:txBody>
          <a:bodyPr bIns="720000" anchor="ctr" anchorCtr="1">
            <a:normAutofit/>
          </a:bodyPr>
          <a:lstStyle>
            <a:lvl1pPr marL="0" indent="0">
              <a:buNone/>
              <a:defRPr sz="10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写真を追加する</a:t>
            </a:r>
          </a:p>
        </p:txBody>
      </p:sp>
      <p:sp>
        <p:nvSpPr>
          <p:cNvPr id="60" name="図プレースホルダー 11"/>
          <p:cNvSpPr>
            <a:spLocks noGrp="1"/>
          </p:cNvSpPr>
          <p:nvPr>
            <p:ph type="pic" sz="quarter" idx="50" hasCustomPrompt="1"/>
          </p:nvPr>
        </p:nvSpPr>
        <p:spPr>
          <a:xfrm>
            <a:off x="5340991" y="0"/>
            <a:ext cx="5350822" cy="1553935"/>
          </a:xfr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</p:spPr>
        <p:txBody>
          <a:bodyPr bIns="720000" anchor="ctr" anchorCtr="1">
            <a:normAutofit/>
          </a:bodyPr>
          <a:lstStyle>
            <a:lvl1pPr marL="0" indent="0">
              <a:buNone/>
              <a:defRPr sz="10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写真を追加する</a:t>
            </a:r>
          </a:p>
        </p:txBody>
      </p:sp>
      <p:sp>
        <p:nvSpPr>
          <p:cNvPr id="64" name="テキスト プレースホルダー 2"/>
          <p:cNvSpPr>
            <a:spLocks noGrp="1"/>
          </p:cNvSpPr>
          <p:nvPr>
            <p:ph type="body" sz="quarter" idx="51" hasCustomPrompt="1"/>
          </p:nvPr>
        </p:nvSpPr>
        <p:spPr>
          <a:xfrm>
            <a:off x="5504582" y="1686853"/>
            <a:ext cx="4971940" cy="300142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テキストを入れましょう。テキストを入れましょう。</a:t>
            </a:r>
            <a:endParaRPr kumimoji="1" lang="en-US" altLang="ja-JP" dirty="0"/>
          </a:p>
        </p:txBody>
      </p:sp>
      <p:sp>
        <p:nvSpPr>
          <p:cNvPr id="65" name="図プレースホルダー 32"/>
          <p:cNvSpPr>
            <a:spLocks noGrp="1"/>
          </p:cNvSpPr>
          <p:nvPr>
            <p:ph type="pic" sz="quarter" idx="52" hasCustomPrompt="1"/>
          </p:nvPr>
        </p:nvSpPr>
        <p:spPr>
          <a:xfrm>
            <a:off x="5574336" y="6125398"/>
            <a:ext cx="1178920" cy="1130807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ctr"/>
          </a:blipFill>
        </p:spPr>
        <p:txBody>
          <a:bodyPr bIns="720000" anchor="ctr" anchorCtr="1">
            <a:normAutofit/>
          </a:bodyPr>
          <a:lstStyle>
            <a:lvl1pPr marL="0" indent="0">
              <a:buNone/>
              <a:defRPr sz="10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写真を追加する</a:t>
            </a:r>
          </a:p>
        </p:txBody>
      </p:sp>
      <p:sp>
        <p:nvSpPr>
          <p:cNvPr id="66" name="テキスト プレースホルダー 2"/>
          <p:cNvSpPr>
            <a:spLocks noGrp="1"/>
          </p:cNvSpPr>
          <p:nvPr>
            <p:ph type="body" sz="quarter" idx="53" hasCustomPrompt="1"/>
          </p:nvPr>
        </p:nvSpPr>
        <p:spPr>
          <a:xfrm>
            <a:off x="6800438" y="6125398"/>
            <a:ext cx="1050073" cy="1130807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90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テキストを入れましょう。テキストを入れましょう。</a:t>
            </a:r>
            <a:endParaRPr kumimoji="1" lang="en-US" altLang="ja-JP" dirty="0"/>
          </a:p>
        </p:txBody>
      </p:sp>
      <p:sp>
        <p:nvSpPr>
          <p:cNvPr id="67" name="テキスト プレースホルダー 2"/>
          <p:cNvSpPr>
            <a:spLocks noGrp="1"/>
          </p:cNvSpPr>
          <p:nvPr>
            <p:ph type="body" sz="quarter" idx="54" hasCustomPrompt="1"/>
          </p:nvPr>
        </p:nvSpPr>
        <p:spPr>
          <a:xfrm>
            <a:off x="5574336" y="5851258"/>
            <a:ext cx="2276175" cy="23233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1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</a:t>
            </a:r>
            <a:endParaRPr kumimoji="1" lang="en-US" altLang="ja-JP" dirty="0"/>
          </a:p>
        </p:txBody>
      </p:sp>
      <p:sp>
        <p:nvSpPr>
          <p:cNvPr id="68" name="図プレースホルダー 32"/>
          <p:cNvSpPr>
            <a:spLocks noGrp="1"/>
          </p:cNvSpPr>
          <p:nvPr>
            <p:ph type="pic" sz="quarter" idx="55" hasCustomPrompt="1"/>
          </p:nvPr>
        </p:nvSpPr>
        <p:spPr>
          <a:xfrm>
            <a:off x="8184157" y="6125398"/>
            <a:ext cx="1178920" cy="1130807"/>
          </a:xfr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90000" sy="90000" flip="none" algn="ctr"/>
          </a:blipFill>
        </p:spPr>
        <p:txBody>
          <a:bodyPr bIns="720000" anchor="ctr" anchorCtr="1">
            <a:normAutofit/>
          </a:bodyPr>
          <a:lstStyle>
            <a:lvl1pPr marL="0" indent="0">
              <a:buNone/>
              <a:defRPr sz="10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写真を追加する</a:t>
            </a:r>
          </a:p>
        </p:txBody>
      </p:sp>
      <p:sp>
        <p:nvSpPr>
          <p:cNvPr id="69" name="テキスト プレースホルダー 2"/>
          <p:cNvSpPr>
            <a:spLocks noGrp="1"/>
          </p:cNvSpPr>
          <p:nvPr>
            <p:ph type="body" sz="quarter" idx="56" hasCustomPrompt="1"/>
          </p:nvPr>
        </p:nvSpPr>
        <p:spPr>
          <a:xfrm>
            <a:off x="9410259" y="6125398"/>
            <a:ext cx="1050073" cy="1130807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90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テキストを入れましょう。テキストを入れましょう。</a:t>
            </a:r>
            <a:endParaRPr kumimoji="1" lang="en-US" altLang="ja-JP" dirty="0"/>
          </a:p>
        </p:txBody>
      </p:sp>
      <p:sp>
        <p:nvSpPr>
          <p:cNvPr id="70" name="テキスト プレースホルダー 2"/>
          <p:cNvSpPr>
            <a:spLocks noGrp="1"/>
          </p:cNvSpPr>
          <p:nvPr>
            <p:ph type="body" sz="quarter" idx="57" hasCustomPrompt="1"/>
          </p:nvPr>
        </p:nvSpPr>
        <p:spPr>
          <a:xfrm>
            <a:off x="8184157" y="5851258"/>
            <a:ext cx="2276175" cy="23233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1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77967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755934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1133901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 marL="1511869" indent="0" algn="ctr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テキストを入れましょう。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96460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57CB6-E96D-413B-A3D9-68174B9FF83F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5FB1D-BDFA-494C-92E7-9D43C1820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7211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  <p:sldLayoutId id="2147483666" r:id="rId5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kumimoji="1"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kumimoji="1"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正方形/長方形 46"/>
          <p:cNvSpPr/>
          <p:nvPr/>
        </p:nvSpPr>
        <p:spPr>
          <a:xfrm>
            <a:off x="5345905" y="0"/>
            <a:ext cx="5345907" cy="755967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8" name="直線コネクタ 47"/>
          <p:cNvCxnSpPr/>
          <p:nvPr/>
        </p:nvCxnSpPr>
        <p:spPr>
          <a:xfrm>
            <a:off x="5345906" y="-1"/>
            <a:ext cx="0" cy="755967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図 4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425" y="3092787"/>
            <a:ext cx="1211226" cy="48863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正方形/長方形 9"/>
          <p:cNvSpPr/>
          <p:nvPr/>
        </p:nvSpPr>
        <p:spPr>
          <a:xfrm>
            <a:off x="1850914" y="2765503"/>
            <a:ext cx="1644078" cy="165566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911" y="3349018"/>
            <a:ext cx="1150083" cy="48863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テキスト ボックス 11"/>
          <p:cNvSpPr txBox="1"/>
          <p:nvPr/>
        </p:nvSpPr>
        <p:spPr>
          <a:xfrm>
            <a:off x="6832076" y="2463168"/>
            <a:ext cx="3738523" cy="2236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altLang="ja-JP" sz="5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</a:t>
            </a:r>
          </a:p>
          <a:p>
            <a:pPr algn="r">
              <a:lnSpc>
                <a:spcPts val="8800"/>
              </a:lnSpc>
            </a:pPr>
            <a:r>
              <a:rPr lang="en-US" altLang="ja-JP" sz="5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Slogan</a:t>
            </a:r>
            <a:endParaRPr kumimoji="1" lang="ja-JP" altLang="en-US" sz="5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9064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正方形/長方形 80"/>
          <p:cNvSpPr/>
          <p:nvPr/>
        </p:nvSpPr>
        <p:spPr>
          <a:xfrm>
            <a:off x="-1" y="1"/>
            <a:ext cx="10691813" cy="7559674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/>
          <p:cNvSpPr/>
          <p:nvPr/>
        </p:nvSpPr>
        <p:spPr>
          <a:xfrm>
            <a:off x="-1" y="1444827"/>
            <a:ext cx="10691813" cy="68827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33" name="表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183071"/>
              </p:ext>
            </p:extLst>
          </p:nvPr>
        </p:nvGraphicFramePr>
        <p:xfrm>
          <a:off x="264505" y="4510957"/>
          <a:ext cx="2367229" cy="2772000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699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8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kumimoji="1" lang="ja-JP" altLang="en-US" sz="7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会社名</a:t>
                      </a: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kumimoji="1" lang="ja-JP" altLang="en-US" sz="7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代表取締役</a:t>
                      </a: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kumimoji="1" lang="ja-JP" altLang="en-US" sz="7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所在地</a:t>
                      </a: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kumimoji="1" lang="en-US" altLang="ja-JP" sz="7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TEL</a:t>
                      </a:r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kumimoji="1" lang="en-US" altLang="ja-JP" sz="7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FAX</a:t>
                      </a:r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kumimoji="1" lang="en-US" altLang="ja-JP" sz="7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URL</a:t>
                      </a:r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kumimoji="1" lang="ja-JP" altLang="en-US" sz="7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設立</a:t>
                      </a: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kumimoji="1" lang="ja-JP" altLang="en-US" sz="7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資本金</a:t>
                      </a: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kumimoji="1" lang="ja-JP" altLang="en-US" sz="7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従業員数</a:t>
                      </a: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kumimoji="1" lang="ja-JP" altLang="en-US" sz="7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事業内容</a:t>
                      </a: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kumimoji="1" lang="ja-JP" altLang="en-US" sz="7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主な取引先</a:t>
                      </a: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34" name="直線コネクタ 33"/>
          <p:cNvCxnSpPr/>
          <p:nvPr/>
        </p:nvCxnSpPr>
        <p:spPr>
          <a:xfrm>
            <a:off x="5345906" y="-12303"/>
            <a:ext cx="0" cy="755967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表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038744"/>
              </p:ext>
            </p:extLst>
          </p:nvPr>
        </p:nvGraphicFramePr>
        <p:xfrm>
          <a:off x="2761137" y="4510957"/>
          <a:ext cx="2367229" cy="2772000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699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8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50" dirty="0">
                        <a:solidFill>
                          <a:schemeClr val="bg1">
                            <a:lumMod val="50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8" marR="67948" marT="33975" marB="3397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51" name="グループ化 50"/>
          <p:cNvGrpSpPr/>
          <p:nvPr/>
        </p:nvGrpSpPr>
        <p:grpSpPr>
          <a:xfrm>
            <a:off x="268461" y="4164046"/>
            <a:ext cx="863970" cy="276999"/>
            <a:chOff x="230190" y="4151224"/>
            <a:chExt cx="863970" cy="276999"/>
          </a:xfrm>
          <a:solidFill>
            <a:schemeClr val="bg1">
              <a:lumMod val="50000"/>
            </a:schemeClr>
          </a:solidFill>
        </p:grpSpPr>
        <p:sp>
          <p:nvSpPr>
            <p:cNvPr id="52" name="テキスト ボックス 51"/>
            <p:cNvSpPr txBox="1"/>
            <p:nvPr userDrawn="1"/>
          </p:nvSpPr>
          <p:spPr>
            <a:xfrm>
              <a:off x="293941" y="4151224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b="1" dirty="0">
                  <a:solidFill>
                    <a:schemeClr val="bg1">
                      <a:lumMod val="50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会社概要</a:t>
              </a:r>
            </a:p>
          </p:txBody>
        </p:sp>
        <p:sp>
          <p:nvSpPr>
            <p:cNvPr id="53" name="正方形/長方形 52"/>
            <p:cNvSpPr/>
            <p:nvPr userDrawn="1"/>
          </p:nvSpPr>
          <p:spPr>
            <a:xfrm>
              <a:off x="230190" y="4153673"/>
              <a:ext cx="72000" cy="23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54" name="グループ化 53"/>
          <p:cNvGrpSpPr/>
          <p:nvPr/>
        </p:nvGrpSpPr>
        <p:grpSpPr>
          <a:xfrm>
            <a:off x="2751311" y="4164046"/>
            <a:ext cx="863970" cy="276999"/>
            <a:chOff x="230190" y="4151224"/>
            <a:chExt cx="863970" cy="276999"/>
          </a:xfrm>
          <a:solidFill>
            <a:schemeClr val="bg1">
              <a:lumMod val="50000"/>
            </a:schemeClr>
          </a:solidFill>
        </p:grpSpPr>
        <p:sp>
          <p:nvSpPr>
            <p:cNvPr id="55" name="テキスト ボックス 54"/>
            <p:cNvSpPr txBox="1"/>
            <p:nvPr userDrawn="1"/>
          </p:nvSpPr>
          <p:spPr>
            <a:xfrm>
              <a:off x="293941" y="4151224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b="1" dirty="0">
                  <a:solidFill>
                    <a:schemeClr val="bg1">
                      <a:lumMod val="50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会社沿革</a:t>
              </a:r>
            </a:p>
          </p:txBody>
        </p:sp>
        <p:sp>
          <p:nvSpPr>
            <p:cNvPr id="56" name="正方形/長方形 55"/>
            <p:cNvSpPr/>
            <p:nvPr userDrawn="1"/>
          </p:nvSpPr>
          <p:spPr>
            <a:xfrm>
              <a:off x="230190" y="4153673"/>
              <a:ext cx="72000" cy="23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57" name="グループ化 56"/>
          <p:cNvGrpSpPr/>
          <p:nvPr/>
        </p:nvGrpSpPr>
        <p:grpSpPr>
          <a:xfrm>
            <a:off x="5574335" y="2415008"/>
            <a:ext cx="863970" cy="276999"/>
            <a:chOff x="230190" y="4151224"/>
            <a:chExt cx="863970" cy="276999"/>
          </a:xfrm>
        </p:grpSpPr>
        <p:sp>
          <p:nvSpPr>
            <p:cNvPr id="58" name="テキスト ボックス 57"/>
            <p:cNvSpPr txBox="1"/>
            <p:nvPr userDrawn="1"/>
          </p:nvSpPr>
          <p:spPr>
            <a:xfrm>
              <a:off x="293941" y="4151224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b="1" dirty="0">
                  <a:solidFill>
                    <a:schemeClr val="bg1">
                      <a:lumMod val="50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事業内容</a:t>
              </a:r>
              <a:endParaRPr kumimoji="1" lang="en-US" altLang="ja-JP" sz="1200" b="1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59" name="正方形/長方形 58"/>
            <p:cNvSpPr/>
            <p:nvPr userDrawn="1"/>
          </p:nvSpPr>
          <p:spPr>
            <a:xfrm>
              <a:off x="230190" y="4153673"/>
              <a:ext cx="72000" cy="23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0" name="グループ化 59"/>
          <p:cNvGrpSpPr/>
          <p:nvPr/>
        </p:nvGrpSpPr>
        <p:grpSpPr>
          <a:xfrm>
            <a:off x="268461" y="2415008"/>
            <a:ext cx="1017858" cy="276999"/>
            <a:chOff x="230190" y="4151224"/>
            <a:chExt cx="1017858" cy="276999"/>
          </a:xfrm>
        </p:grpSpPr>
        <p:sp>
          <p:nvSpPr>
            <p:cNvPr id="61" name="テキスト ボックス 60"/>
            <p:cNvSpPr txBox="1"/>
            <p:nvPr userDrawn="1"/>
          </p:nvSpPr>
          <p:spPr>
            <a:xfrm>
              <a:off x="293941" y="4151224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b="1" dirty="0">
                  <a:solidFill>
                    <a:schemeClr val="bg1">
                      <a:lumMod val="50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ごあいさつ</a:t>
              </a:r>
              <a:endParaRPr kumimoji="1" lang="en-US" altLang="ja-JP" sz="1200" b="1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2" name="正方形/長方形 61"/>
            <p:cNvSpPr/>
            <p:nvPr userDrawn="1"/>
          </p:nvSpPr>
          <p:spPr>
            <a:xfrm>
              <a:off x="230190" y="4153673"/>
              <a:ext cx="72000" cy="23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7" name="図プレースホルダー 26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8" name="テキスト プレースホルダー 2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29" name="テキスト プレースホルダー 28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3" name="図プレースホルダー 62"/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4" name="テキスト プレースホルダー 63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5" name="テキスト プレースホルダー 64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6" name="図プレースホルダー 65"/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82" name="テキスト プレースホルダー 81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3" name="テキスト プレースホルダー 82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4" name="図プレースホルダー 83"/>
          <p:cNvSpPr>
            <a:spLocks noGrp="1"/>
          </p:cNvSpPr>
          <p:nvPr>
            <p:ph type="pic" sz="quarter" idx="42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85" name="テキスト プレースホルダー 84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6" name="テキスト プレースホルダー 85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7" name="図プレースホルダー 86"/>
          <p:cNvSpPr>
            <a:spLocks noGrp="1"/>
          </p:cNvSpPr>
          <p:nvPr>
            <p:ph type="pic" sz="quarter" idx="45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88" name="テキスト プレースホルダー 87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9" name="テキスト プレースホルダー 88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0" name="図プレースホルダー 89"/>
          <p:cNvSpPr>
            <a:spLocks noGrp="1"/>
          </p:cNvSpPr>
          <p:nvPr>
            <p:ph type="pic" sz="quarter" idx="49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1" name="図プレースホルダー 90"/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2" name="テキスト プレースホルダー 91"/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3" name="図プレースホルダー 92"/>
          <p:cNvSpPr>
            <a:spLocks noGrp="1"/>
          </p:cNvSpPr>
          <p:nvPr>
            <p:ph type="pic" sz="quarter" idx="52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4" name="テキスト プレースホルダー 93"/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5" name="テキスト プレースホルダー 94"/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6" name="図プレースホルダー 95"/>
          <p:cNvSpPr>
            <a:spLocks noGrp="1"/>
          </p:cNvSpPr>
          <p:nvPr>
            <p:ph type="pic" sz="quarter" idx="55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7" name="テキスト プレースホルダー 96"/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8" name="テキスト プレースホルダー 97"/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4909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309</TotalTime>
  <Words>27</Words>
  <Application>Microsoft Macintosh PowerPoint</Application>
  <PresentationFormat>ユーザー設定</PresentationFormat>
  <Paragraphs>17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メイリオ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亮 佐藤</cp:lastModifiedBy>
  <cp:revision>1</cp:revision>
  <dcterms:created xsi:type="dcterms:W3CDTF">2015-05-01T06:43:57Z</dcterms:created>
  <dcterms:modified xsi:type="dcterms:W3CDTF">2026-03-03T02:09:45Z</dcterms:modified>
</cp:coreProperties>
</file>